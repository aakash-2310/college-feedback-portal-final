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4" r:id="rId3"/>
    <p:sldId id="265" r:id="rId4"/>
    <p:sldId id="275" r:id="rId5"/>
    <p:sldId id="276" r:id="rId6"/>
    <p:sldId id="266" r:id="rId7"/>
    <p:sldId id="277" r:id="rId8"/>
    <p:sldId id="278" r:id="rId9"/>
    <p:sldId id="272" r:id="rId10"/>
    <p:sldId id="273" r:id="rId11"/>
    <p:sldId id="274" r:id="rId1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jynuRhiDE9jR0TgnmIYFEGDXNx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5D69E8-FC64-40BE-978E-65F62A42CAFF}" v="15" dt="2025-10-13T19:22:20.324"/>
  </p1510:revLst>
</p1510:revInfo>
</file>

<file path=ppt/tableStyles.xml><?xml version="1.0" encoding="utf-8"?>
<a:tblStyleLst xmlns:a="http://schemas.openxmlformats.org/drawingml/2006/main" def="{936CA0F0-35DD-4ACC-A7BA-EA9E4F45D19C}">
  <a:tblStyle styleId="{936CA0F0-35DD-4ACC-A7BA-EA9E4F45D19C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4F81BD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F81BD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3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26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fvffb</a:t>
            </a: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Easwari Engineering College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0e90e01d3b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0e90e01d3b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30e90e01d3b_0_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0e90e01d3b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g30e90e01d3b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api/all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pmjs.com/package/csv-writer" TargetMode="External"/><Relationship Id="rId5" Type="http://schemas.openxmlformats.org/officeDocument/2006/relationships/hyperlink" Target="https://sqlite.org/docs.html" TargetMode="External"/><Relationship Id="rId4" Type="http://schemas.openxmlformats.org/officeDocument/2006/relationships/hyperlink" Target="https://devdocs.io/express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/>
        </p:nvSpPr>
        <p:spPr>
          <a:xfrm>
            <a:off x="5105400" y="304800"/>
            <a:ext cx="37338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75635" y="3815700"/>
            <a:ext cx="86106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TITLE 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Feedback </a:t>
            </a: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Logger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239000" y="2743200"/>
            <a:ext cx="1600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304799" y="4097270"/>
            <a:ext cx="4114800" cy="20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No.:</a:t>
            </a: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</a:t>
            </a:r>
            <a:r>
              <a:rPr lang="en-US" sz="21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Members:</a:t>
            </a:r>
            <a:endParaRPr sz="2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/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Aakash S - (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310624243001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buClr>
                <a:schemeClr val="dk1"/>
              </a:buClr>
            </a:pPr>
            <a:r>
              <a:rPr lang="en-US" sz="2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Deepakram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 - (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310624243036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</p:txBody>
      </p:sp>
      <p:sp>
        <p:nvSpPr>
          <p:cNvPr id="95" name="Google Shape;95;p1"/>
          <p:cNvSpPr txBox="1"/>
          <p:nvPr/>
        </p:nvSpPr>
        <p:spPr>
          <a:xfrm>
            <a:off x="5105400" y="4248319"/>
            <a:ext cx="40386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 Faculty:</a:t>
            </a:r>
            <a:endParaRPr sz="2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Mrs.K.Amsavalli</a:t>
            </a:r>
            <a:endParaRPr lang="en-US"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Professor/AI&amp;DS</a:t>
            </a:r>
            <a:endParaRPr sz="21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7543800" y="4114800"/>
            <a:ext cx="1600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7315200" y="5181600"/>
            <a:ext cx="1600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7315200" y="5819245"/>
            <a:ext cx="1600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" title="EEC Logo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537" y="148050"/>
            <a:ext cx="3947325" cy="130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 txBox="1"/>
          <p:nvPr/>
        </p:nvSpPr>
        <p:spPr>
          <a:xfrm>
            <a:off x="117987" y="1452150"/>
            <a:ext cx="9144000" cy="1241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Artificial Intelligence and Data Science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2311CSC301R Object Oriented Programming in JAVA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208935" y="3102186"/>
            <a:ext cx="91440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 I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AE87159-5E0A-3A8E-E2C8-371BF94B4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9766" y="172434"/>
            <a:ext cx="1535350" cy="14384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599BD0-9A66-A56C-006E-7D80E5B4CE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0663" y="172435"/>
            <a:ext cx="1535350" cy="1461297"/>
          </a:xfrm>
          <a:prstGeom prst="rect">
            <a:avLst/>
          </a:prstGeom>
        </p:spPr>
      </p:pic>
      <p:sp>
        <p:nvSpPr>
          <p:cNvPr id="14" name="Google Shape;158;p9">
            <a:extLst>
              <a:ext uri="{FF2B5EF4-FFF2-40B4-BE49-F238E27FC236}">
                <a16:creationId xmlns:a16="http://schemas.microsoft.com/office/drawing/2014/main" id="{C95CD581-116E-B00E-3666-6CB5818D0D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 txBox="1">
            <a:spLocks noGrp="1"/>
          </p:cNvSpPr>
          <p:nvPr>
            <p:ph type="title"/>
          </p:nvPr>
        </p:nvSpPr>
        <p:spPr>
          <a:xfrm>
            <a:off x="457200" y="13652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59" name="Google Shape;159;p9"/>
          <p:cNvSpPr txBox="1"/>
          <p:nvPr/>
        </p:nvSpPr>
        <p:spPr>
          <a:xfrm>
            <a:off x="457200" y="139293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381000"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1800" dirty="0"/>
              <a:t>In academic institutions, understanding student feedback is essential for continuous improvement.</a:t>
            </a:r>
            <a:br>
              <a:rPr lang="en-US" sz="1800" dirty="0"/>
            </a:br>
            <a:r>
              <a:rPr lang="en-US" sz="1800" dirty="0"/>
              <a:t>Our project bridges the gap between outdated manual feedback and a modern, digital solution.</a:t>
            </a:r>
          </a:p>
          <a:p>
            <a:pPr marL="457200" indent="-381000"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000" b="1" dirty="0"/>
              <a:t>Why Feedback Matters</a:t>
            </a:r>
            <a:br>
              <a:rPr lang="en-US" sz="2000" b="1" dirty="0"/>
            </a:br>
            <a:r>
              <a:rPr lang="en-US" sz="2000" dirty="0"/>
              <a:t>Student feedback helps improve teaching quality, infrastructure, and campus experience</a:t>
            </a:r>
          </a:p>
          <a:p>
            <a:pPr marL="457200" indent="-381000"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000" b="1" dirty="0"/>
              <a:t>Digitizing the Process</a:t>
            </a:r>
            <a:br>
              <a:rPr lang="en-US" sz="2000" b="1" dirty="0"/>
            </a:br>
            <a:r>
              <a:rPr lang="en-US" sz="2000" dirty="0"/>
              <a:t>We replace slow paper forms with a secure, interactive web portal</a:t>
            </a:r>
            <a:r>
              <a:rPr lang="en-US" sz="2000" b="1" dirty="0"/>
              <a:t>.</a:t>
            </a:r>
          </a:p>
          <a:p>
            <a:pPr marL="457200" indent="-381000"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000" b="1" dirty="0"/>
              <a:t>Adding Sentiment</a:t>
            </a:r>
            <a:br>
              <a:rPr lang="en-US" sz="2000" b="1" dirty="0"/>
            </a:br>
            <a:r>
              <a:rPr lang="en-US" sz="2000" dirty="0"/>
              <a:t>Our system detects emotional tone (positive/negative/neutral) in feedback.</a:t>
            </a:r>
            <a:endParaRPr lang="en-US" sz="200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  <a:p>
            <a:pPr marL="457200" indent="-381000"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000" b="1" dirty="0"/>
              <a:t>User-Friendly &amp; Secure</a:t>
            </a:r>
            <a:br>
              <a:rPr lang="en-US" sz="2000" b="1" dirty="0"/>
            </a:br>
            <a:r>
              <a:rPr lang="en-US" sz="2000" dirty="0"/>
              <a:t>Simple UI, role-based access, and structured data storage using SQLite.</a:t>
            </a:r>
          </a:p>
          <a:p>
            <a:pPr marL="76200">
              <a:buClr>
                <a:schemeClr val="dk1"/>
              </a:buClr>
              <a:buSzPts val="2400"/>
            </a:pPr>
            <a:endParaRPr lang="en-US" sz="20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endParaRPr sz="3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0e90e01d3b_0_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g30e90e01d3b_0_4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7561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381000">
              <a:spcBef>
                <a:spcPts val="0"/>
              </a:spcBef>
              <a:buSzPts val="2400"/>
              <a:buFont typeface="Times New Roman"/>
              <a:buChar char="•"/>
            </a:pPr>
            <a:r>
              <a:rPr lang="en-US" sz="2400" dirty="0"/>
              <a:t>Colleges often face challenges with inefficient feedback systems that lack actionable insights</a:t>
            </a:r>
            <a:r>
              <a:rPr lang="en-US" sz="2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2400" dirty="0"/>
          </a:p>
          <a:p>
            <a:pPr indent="-381000">
              <a:spcBef>
                <a:spcPts val="0"/>
              </a:spcBef>
              <a:buSzPts val="2400"/>
              <a:buFont typeface="Times New Roman"/>
              <a:buChar char="•"/>
            </a:pPr>
            <a:r>
              <a:rPr lang="en-US" sz="2400" dirty="0"/>
              <a:t>Unstructured Collection:</a:t>
            </a:r>
          </a:p>
          <a:p>
            <a:pPr marL="76200" indent="0">
              <a:spcBef>
                <a:spcPts val="0"/>
              </a:spcBef>
              <a:buSzPts val="2400"/>
              <a:buNone/>
            </a:pPr>
            <a:r>
              <a:rPr lang="en-US" sz="2400" dirty="0"/>
              <a:t>	</a:t>
            </a:r>
            <a:r>
              <a:rPr lang="en-US" sz="2000" dirty="0"/>
              <a:t>Manual forms lead to scattered, hard-to-analyze data.</a:t>
            </a:r>
            <a:r>
              <a:rPr 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/>
          </a:p>
          <a:p>
            <a:pPr indent="-381000">
              <a:spcBef>
                <a:spcPts val="0"/>
              </a:spcBef>
              <a:buSzPts val="2400"/>
              <a:buFont typeface="Times New Roman"/>
              <a:buChar char="•"/>
            </a:pPr>
            <a:r>
              <a:rPr lang="en-US" sz="2400" dirty="0"/>
              <a:t>Maintenance Nightmare:</a:t>
            </a:r>
          </a:p>
          <a:p>
            <a:pPr marL="76200" indent="0">
              <a:spcBef>
                <a:spcPts val="0"/>
              </a:spcBef>
              <a:buSzPts val="2400"/>
              <a:buNone/>
            </a:pPr>
            <a:r>
              <a:rPr lang="en-US" sz="2400" dirty="0"/>
              <a:t>	</a:t>
            </a:r>
            <a:r>
              <a:rPr lang="en-US" sz="2000" dirty="0"/>
              <a:t>Paper logs are hard to store, search, and summarize</a:t>
            </a:r>
            <a:r>
              <a:rPr lang="en-US" sz="1800" dirty="0"/>
              <a:t>.</a:t>
            </a:r>
          </a:p>
          <a:p>
            <a:pPr indent="-381000">
              <a:spcBef>
                <a:spcPts val="0"/>
              </a:spcBef>
              <a:buSzPts val="2400"/>
              <a:buFont typeface="Times New Roman"/>
              <a:buChar char="•"/>
            </a:pPr>
            <a:r>
              <a:rPr lang="en-US" sz="2400" dirty="0"/>
              <a:t>Missing Emotional Context:</a:t>
            </a:r>
          </a:p>
          <a:p>
            <a:pPr marL="76200" indent="0">
              <a:spcBef>
                <a:spcPts val="0"/>
              </a:spcBef>
              <a:buSzPts val="2400"/>
              <a:buNone/>
            </a:pPr>
            <a:r>
              <a:rPr lang="en-US" sz="2400" dirty="0"/>
              <a:t>	</a:t>
            </a:r>
            <a:r>
              <a:rPr lang="en-US" sz="2000" dirty="0"/>
              <a:t>No sentiment tagging to understand student mood.</a:t>
            </a:r>
            <a:r>
              <a:rPr 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2000" dirty="0"/>
          </a:p>
          <a:p>
            <a:pPr indent="-381000">
              <a:spcBef>
                <a:spcPts val="0"/>
              </a:spcBef>
              <a:buSzPts val="2400"/>
              <a:buFont typeface="Times New Roman"/>
              <a:buChar char="•"/>
            </a:pPr>
            <a:r>
              <a:rPr lang="en-US" sz="2400" dirty="0"/>
              <a:t>Need for Security &amp; Structure:</a:t>
            </a:r>
          </a:p>
          <a:p>
            <a:pPr marL="76200" indent="0">
              <a:spcBef>
                <a:spcPts val="0"/>
              </a:spcBef>
              <a:buSzPts val="2400"/>
              <a:buNone/>
            </a:pPr>
            <a:r>
              <a:rPr lang="en-US" sz="2000" dirty="0"/>
              <a:t>	A secure, role-based digital system is essential</a:t>
            </a:r>
            <a:r>
              <a:rPr 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2000" dirty="0"/>
          </a:p>
          <a:p>
            <a:pPr marL="76200" indent="0">
              <a:spcBef>
                <a:spcPts val="0"/>
              </a:spcBef>
              <a:buSzPts val="2400"/>
              <a:buNone/>
            </a:pPr>
            <a:endParaRPr lang="en-US" sz="14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g30e90e01d3b_0_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EC443-D30B-D15E-D7D5-2B6CE30C5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833B3-1D55-F3FB-1650-9D59167A1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56150"/>
          </a:xfrm>
        </p:spPr>
        <p:txBody>
          <a:bodyPr/>
          <a:lstStyle/>
          <a:p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mini-project focuses on creating a robust, functional, and user-friendly solution using core Java principles.</a:t>
            </a:r>
            <a:endParaRPr lang="en-US" sz="1400" dirty="0"/>
          </a:p>
          <a:p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Web-Based Interface:</a:t>
            </a:r>
          </a:p>
          <a:p>
            <a:pPr marL="114300" indent="0"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	</a:t>
            </a: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HTML/CSS/JS frontend with responsive design</a:t>
            </a: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2000" dirty="0"/>
          </a:p>
          <a:p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Sentiment Categorization:</a:t>
            </a:r>
          </a:p>
          <a:p>
            <a:pPr marL="114300" indent="0"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	</a:t>
            </a: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Keyword-based logic to detect feedback tone</a:t>
            </a:r>
            <a:endParaRPr lang="en-US" sz="1800" dirty="0"/>
          </a:p>
          <a:p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CSV Export :</a:t>
            </a:r>
          </a:p>
          <a:p>
            <a:pPr marL="114300" indent="0"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	</a:t>
            </a: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Admin can download structured feedback reports.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/>
          </a:p>
          <a:p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Protected Access:</a:t>
            </a:r>
          </a:p>
          <a:p>
            <a:pPr marL="114300" indent="0"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	</a:t>
            </a: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Students and admins have separate login flows</a:t>
            </a:r>
            <a:endParaRPr lang="en-US" sz="1800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8FA78-1A3E-1E29-8B7B-32414A2E97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40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595CA-417A-632B-FF15-24DA65ECD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System&amp; Limitations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76D3F-09BC-818E-5054-72AC7909F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07008"/>
            <a:ext cx="8229600" cy="5149342"/>
          </a:xfrm>
        </p:spPr>
        <p:txBody>
          <a:bodyPr/>
          <a:lstStyle/>
          <a:p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feedback systems fall short in speed, structure, and insight.</a:t>
            </a:r>
            <a:endParaRPr lang="en-US" sz="1400" dirty="0"/>
          </a:p>
          <a:p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Manual Forms:</a:t>
            </a:r>
          </a:p>
          <a:p>
            <a:pPr marL="114300" indent="0"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	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Collecting paper feedback takes a lot of time and manual 	effort. Staff must read and tally each form by hand, causing 	delays in analysis. </a:t>
            </a:r>
          </a:p>
          <a:p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 Mood Tagging:</a:t>
            </a:r>
          </a:p>
          <a:p>
            <a:pPr marL="114300" indent="0"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	</a:t>
            </a:r>
            <a:r>
              <a:rPr 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Lacks capability for automated analysis, specifically sentiment 	analysis.</a:t>
            </a:r>
            <a:endParaRPr lang="en-US" sz="2000" dirty="0"/>
          </a:p>
          <a:p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Silos:</a:t>
            </a:r>
          </a:p>
          <a:p>
            <a:pPr marL="114300" indent="0"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	Feedback is not centralized or exportable.</a:t>
            </a:r>
            <a:endParaRPr lang="en-US" sz="2000" dirty="0"/>
          </a:p>
          <a:p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 Role Control:</a:t>
            </a:r>
          </a:p>
          <a:p>
            <a:pPr marL="114300" indent="0"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	Admins lack secure access to analytics.</a:t>
            </a:r>
            <a:r>
              <a:rPr 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	</a:t>
            </a:r>
            <a:endParaRPr lang="en-US" sz="2000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0B0B8-CEE3-3998-B6B1-7C565D5515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431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 txBox="1">
            <a:spLocks noGrp="1"/>
          </p:cNvSpPr>
          <p:nvPr>
            <p:ph type="title"/>
          </p:nvPr>
        </p:nvSpPr>
        <p:spPr>
          <a:xfrm>
            <a:off x="457200" y="-22939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8"/>
          <p:cNvSpPr txBox="1">
            <a:spLocks noGrp="1"/>
          </p:cNvSpPr>
          <p:nvPr>
            <p:ph type="body" idx="1"/>
          </p:nvPr>
        </p:nvSpPr>
        <p:spPr>
          <a:xfrm>
            <a:off x="457200" y="681959"/>
            <a:ext cx="8229600" cy="5251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640"/>
              </a:spcBef>
              <a:buSzPts val="32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Core Modules:</a:t>
            </a:r>
          </a:p>
          <a:p>
            <a:pPr marL="342900">
              <a:spcBef>
                <a:spcPts val="64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Student &amp; Admin Login </a:t>
            </a:r>
          </a:p>
          <a:p>
            <a:pPr marL="342900">
              <a:spcBef>
                <a:spcPts val="64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Feedback Form with Category &amp; Rating </a:t>
            </a:r>
          </a:p>
          <a:p>
            <a:pPr marL="342900">
              <a:spcBef>
                <a:spcPts val="64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Sentiment Detection  </a:t>
            </a:r>
          </a:p>
          <a:p>
            <a:pPr marL="342900">
              <a:spcBef>
                <a:spcPts val="64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CSV Export  </a:t>
            </a:r>
          </a:p>
          <a:p>
            <a:pPr marL="0" indent="0">
              <a:spcBef>
                <a:spcPts val="640"/>
              </a:spcBef>
              <a:buSzPts val="32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Algorithm Used:</a:t>
            </a:r>
            <a:endParaRPr lang="en-US"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>
              <a:spcBef>
                <a:spcPts val="64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Keyword-based sentiment tagging</a:t>
            </a:r>
          </a:p>
          <a:p>
            <a:pPr marL="0" indent="0">
              <a:spcBef>
                <a:spcPts val="640"/>
              </a:spcBef>
              <a:buSzPts val="32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Advantages:</a:t>
            </a:r>
          </a:p>
          <a:p>
            <a:pPr marL="285750" indent="-285750">
              <a:spcBef>
                <a:spcPts val="64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Easy UI</a:t>
            </a:r>
          </a:p>
          <a:p>
            <a:pPr marL="285750" indent="-285750">
              <a:spcBef>
                <a:spcPts val="64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Real-time feedback logging </a:t>
            </a:r>
          </a:p>
          <a:p>
            <a:pPr marL="285750" indent="-285750">
              <a:spcBef>
                <a:spcPts val="64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Secure access</a:t>
            </a:r>
          </a:p>
          <a:p>
            <a:pPr marL="285750" indent="-285750">
              <a:spcBef>
                <a:spcPts val="64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Structured export</a:t>
            </a:r>
          </a:p>
          <a:p>
            <a:pPr marL="0" indent="0">
              <a:spcBef>
                <a:spcPts val="640"/>
              </a:spcBef>
              <a:buSzPts val="32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</a:p>
          <a:p>
            <a:pPr marL="285750" indent="-285750">
              <a:spcBef>
                <a:spcPts val="64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No cloud deployment</a:t>
            </a:r>
          </a:p>
          <a:p>
            <a:pPr marL="285750" indent="-285750">
              <a:spcBef>
                <a:spcPts val="64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Basic sentiment logic</a:t>
            </a:r>
          </a:p>
          <a:p>
            <a:pPr marL="285750" indent="-285750">
              <a:spcBef>
                <a:spcPts val="64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No JWT or charts (yet)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8FD06-56A7-189C-7D70-00426C742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Diagram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460D7F-6306-6353-88B0-55BFC37BD3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D54DA3-ED29-8184-BBC7-8DE06DFF1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376" y="1188828"/>
            <a:ext cx="4651247" cy="539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833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704E4-0C7E-F992-02FF-E9CC9BD00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F6BFA0-AE76-8B4B-2299-9980AE2B7D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50C06C-E034-CCBC-85DD-86E25B205656}"/>
              </a:ext>
            </a:extLst>
          </p:cNvPr>
          <p:cNvSpPr txBox="1"/>
          <p:nvPr/>
        </p:nvSpPr>
        <p:spPr>
          <a:xfrm>
            <a:off x="457200" y="1302804"/>
            <a:ext cx="8229600" cy="742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utilized core Java libraries for application development and standard local file structures for persistence.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F5AAC4-ECB9-05CA-3A7D-C05B84874FDC}"/>
              </a:ext>
            </a:extLst>
          </p:cNvPr>
          <p:cNvSpPr txBox="1"/>
          <p:nvPr/>
        </p:nvSpPr>
        <p:spPr>
          <a:xfrm>
            <a:off x="457200" y="2045123"/>
            <a:ext cx="8406384" cy="4056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Frontend</a:t>
            </a:r>
            <a:r>
              <a:rPr lang="en-US" sz="1800" dirty="0"/>
              <a:t>: </a:t>
            </a:r>
          </a:p>
          <a:p>
            <a:pPr>
              <a:lnSpc>
                <a:spcPts val="2600"/>
              </a:lnSpc>
            </a:pPr>
            <a:r>
              <a:rPr lang="en-US" sz="1800" dirty="0"/>
              <a:t>	HTML, CSS, JavaScript </a:t>
            </a:r>
          </a:p>
          <a:p>
            <a:pPr marL="342900" indent="-34290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Backend</a:t>
            </a:r>
            <a:r>
              <a:rPr lang="en-US" sz="1800" dirty="0"/>
              <a:t>: </a:t>
            </a:r>
          </a:p>
          <a:p>
            <a:pPr>
              <a:lnSpc>
                <a:spcPts val="2600"/>
              </a:lnSpc>
            </a:pPr>
            <a:r>
              <a:rPr lang="en-US" sz="1800" dirty="0"/>
              <a:t>	Node.js, Express </a:t>
            </a:r>
          </a:p>
          <a:p>
            <a:pPr marL="342900" indent="-34290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Database</a:t>
            </a:r>
            <a:r>
              <a:rPr lang="en-US" sz="1800" dirty="0"/>
              <a:t>: </a:t>
            </a:r>
          </a:p>
          <a:p>
            <a:pPr>
              <a:lnSpc>
                <a:spcPts val="2600"/>
              </a:lnSpc>
            </a:pPr>
            <a:r>
              <a:rPr lang="en-US" sz="1800" dirty="0"/>
              <a:t>	SQLite  </a:t>
            </a:r>
          </a:p>
          <a:p>
            <a:pPr marL="342900" indent="-34290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Libraries</a:t>
            </a:r>
            <a:r>
              <a:rPr lang="en-US" sz="1800" dirty="0"/>
              <a:t>: </a:t>
            </a:r>
          </a:p>
          <a:p>
            <a:pPr>
              <a:lnSpc>
                <a:spcPts val="2600"/>
              </a:lnSpc>
            </a:pPr>
            <a:r>
              <a:rPr lang="en-US" sz="1800" dirty="0"/>
              <a:t>	</a:t>
            </a:r>
            <a:r>
              <a:rPr lang="en-US" sz="1800" dirty="0" err="1"/>
              <a:t>dotenv</a:t>
            </a:r>
            <a:r>
              <a:rPr lang="en-US" sz="1800" dirty="0"/>
              <a:t>, csv-writer  </a:t>
            </a:r>
          </a:p>
          <a:p>
            <a:pPr marL="342900" indent="-342900">
              <a:lnSpc>
                <a:spcPts val="26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Storage</a:t>
            </a:r>
            <a:r>
              <a:rPr lang="en-US" sz="1800" dirty="0"/>
              <a:t>: </a:t>
            </a:r>
          </a:p>
          <a:p>
            <a:pPr>
              <a:lnSpc>
                <a:spcPts val="2600"/>
              </a:lnSpc>
            </a:pPr>
            <a:r>
              <a:rPr lang="en-US" sz="1800" dirty="0"/>
              <a:t>	Local .</a:t>
            </a:r>
            <a:r>
              <a:rPr lang="en-US" sz="1800" dirty="0" err="1"/>
              <a:t>db</a:t>
            </a:r>
            <a:r>
              <a:rPr lang="en-US" sz="1800" dirty="0"/>
              <a:t> file and downloadable CSV	</a:t>
            </a:r>
          </a:p>
          <a:p>
            <a:pPr>
              <a:lnSpc>
                <a:spcPts val="2600"/>
              </a:lnSpc>
            </a:pPr>
            <a:endParaRPr lang="en-US" sz="1800" dirty="0"/>
          </a:p>
          <a:p>
            <a:pPr algn="l">
              <a:lnSpc>
                <a:spcPts val="26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92997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0e90e01d3b_0_6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Deliverables &amp; Outcomes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g30e90e01d3b_0_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17" name="Google Shape;217;g30e90e01d3b_0_69"/>
          <p:cNvSpPr txBox="1">
            <a:spLocks noGrp="1"/>
          </p:cNvSpPr>
          <p:nvPr>
            <p:ph type="body" idx="4294967295"/>
          </p:nvPr>
        </p:nvSpPr>
        <p:spPr>
          <a:xfrm>
            <a:off x="457200" y="1600200"/>
            <a:ext cx="8229600" cy="498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  <a:buSzPts val="11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Full-Stack Feedback Portal:</a:t>
            </a:r>
          </a:p>
          <a:p>
            <a:pPr marL="0" indent="0">
              <a:spcBef>
                <a:spcPts val="0"/>
              </a:spcBef>
              <a:buSzPts val="1100"/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	Role-based access, sentiment tagging, CSV export</a:t>
            </a:r>
          </a:p>
          <a:p>
            <a:pPr marL="342900" indent="-342900">
              <a:spcBef>
                <a:spcPts val="0"/>
              </a:spcBef>
              <a:buSzPts val="11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Sentiment Detection Module:</a:t>
            </a:r>
          </a:p>
          <a:p>
            <a:pPr marL="0" indent="0">
              <a:spcBef>
                <a:spcPts val="0"/>
              </a:spcBef>
              <a:buSzPts val="1100"/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	Classifies feedback tone instantly</a:t>
            </a:r>
          </a:p>
          <a:p>
            <a:pPr marL="342900" indent="-342900">
              <a:spcBef>
                <a:spcPts val="0"/>
              </a:spcBef>
              <a:buSzPts val="11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Admin Dashboard:</a:t>
            </a:r>
          </a:p>
          <a:p>
            <a:pPr marL="0" indent="0">
              <a:spcBef>
                <a:spcPts val="0"/>
              </a:spcBef>
              <a:buSzPts val="1100"/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	View all feedbacks with stats</a:t>
            </a:r>
          </a:p>
          <a:p>
            <a:pPr marL="342900" indent="-342900">
              <a:spcBef>
                <a:spcPts val="0"/>
              </a:spcBef>
              <a:buSzPts val="11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Multilingual UI:</a:t>
            </a:r>
          </a:p>
          <a:p>
            <a:pPr marL="0" indent="0">
              <a:spcBef>
                <a:spcPts val="0"/>
              </a:spcBef>
              <a:buSzPts val="1100"/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	Tamil/English toggle for accessibility</a:t>
            </a:r>
            <a:endParaRPr lang="en-US" sz="2000" dirty="0"/>
          </a:p>
          <a:p>
            <a:pPr marL="342900" indent="-342900">
              <a:spcBef>
                <a:spcPts val="0"/>
              </a:spcBef>
              <a:buSzPts val="1100"/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23" name="Google Shape;22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11"/>
          <p:cNvSpPr txBox="1">
            <a:spLocks noGrp="1"/>
          </p:cNvSpPr>
          <p:nvPr>
            <p:ph type="body" idx="1"/>
          </p:nvPr>
        </p:nvSpPr>
        <p:spPr>
          <a:xfrm>
            <a:off x="381000" y="1066800"/>
            <a:ext cx="8763000" cy="52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Node.js Documentation:</a:t>
            </a:r>
          </a:p>
          <a:p>
            <a:pPr marL="0" indent="0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	</a:t>
            </a:r>
            <a:r>
              <a:rPr lang="en-US" sz="2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/>
              </a:rPr>
              <a:t>https://nodejs.org/api/all.html</a:t>
            </a:r>
            <a:endParaRPr lang="en-US" sz="1600" b="1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34290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Express.js Guide:</a:t>
            </a:r>
          </a:p>
          <a:p>
            <a:pPr marL="0" indent="0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	</a:t>
            </a:r>
            <a:r>
              <a:rPr lang="en-US" sz="2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4"/>
              </a:rPr>
              <a:t>https://devdocs.io/express</a:t>
            </a:r>
            <a:endParaRPr lang="en-US" sz="1200" b="1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34290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SQLite Docs:</a:t>
            </a:r>
          </a:p>
          <a:p>
            <a:pPr marL="0" indent="0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	</a:t>
            </a:r>
            <a:r>
              <a:rPr lang="en-US" sz="2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5"/>
              </a:rPr>
              <a:t>https://sqlite.org/docs.html</a:t>
            </a:r>
            <a:endParaRPr lang="en-US" sz="1600" b="1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34290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CSV-writer Library:</a:t>
            </a:r>
          </a:p>
          <a:p>
            <a:pPr marL="0" indent="0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	 </a:t>
            </a:r>
            <a:r>
              <a:rPr lang="en-US" sz="2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6"/>
              </a:rPr>
              <a:t>https://www.npmjs.com/package/csv-writer</a:t>
            </a:r>
            <a:endParaRPr lang="en-US" sz="2000" b="1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225" name="Google Shape;225;p1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31" name="Google Shape;231;p12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/>
          </a:p>
          <a:p>
            <a:pPr marL="342900" lvl="0" indent="-3429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/>
          </a:p>
          <a:p>
            <a:pPr marL="342900" lvl="0" indent="-3429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/>
          </a:p>
          <a:p>
            <a:pPr marL="342900" lvl="0" indent="-342900" algn="ctr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1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614</Words>
  <Application>Microsoft Office PowerPoint</Application>
  <PresentationFormat>On-screen Show (4:3)</PresentationFormat>
  <Paragraphs>117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Roboto</vt:lpstr>
      <vt:lpstr>Roboto Slab</vt:lpstr>
      <vt:lpstr>Times New Roman</vt:lpstr>
      <vt:lpstr>Office Theme</vt:lpstr>
      <vt:lpstr>PowerPoint Presentation</vt:lpstr>
      <vt:lpstr>Introduction</vt:lpstr>
      <vt:lpstr>Problem Statement</vt:lpstr>
      <vt:lpstr>Objectives</vt:lpstr>
      <vt:lpstr>Existing System&amp; Limitations</vt:lpstr>
      <vt:lpstr>Proposed System</vt:lpstr>
      <vt:lpstr>Flow Diagram</vt:lpstr>
      <vt:lpstr>Technology Stack</vt:lpstr>
      <vt:lpstr>Deliverables &amp; Outcomes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Aakash S</cp:lastModifiedBy>
  <cp:revision>5</cp:revision>
  <dcterms:created xsi:type="dcterms:W3CDTF">2011-08-12T07:40:34Z</dcterms:created>
  <dcterms:modified xsi:type="dcterms:W3CDTF">2025-10-14T03:29:49Z</dcterms:modified>
</cp:coreProperties>
</file>